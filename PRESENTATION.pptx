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6"/>
  </p:notesMasterIdLst>
  <p:handoutMasterIdLst>
    <p:handoutMasterId r:id="rId17"/>
  </p:handoutMasterIdLst>
  <p:sldIdLst>
    <p:sldId id="257" r:id="rId3"/>
    <p:sldId id="280" r:id="rId4"/>
    <p:sldId id="261" r:id="rId5"/>
    <p:sldId id="270" r:id="rId6"/>
    <p:sldId id="277" r:id="rId7"/>
    <p:sldId id="271" r:id="rId8"/>
    <p:sldId id="279" r:id="rId9"/>
    <p:sldId id="272" r:id="rId10"/>
    <p:sldId id="273" r:id="rId11"/>
    <p:sldId id="274" r:id="rId12"/>
    <p:sldId id="275" r:id="rId13"/>
    <p:sldId id="276" r:id="rId14"/>
    <p:sldId id="269" r:id="rId15"/>
  </p:sldIdLst>
  <p:sldSz cx="9144000" cy="5143500" type="screen16x9"/>
  <p:notesSz cx="6858000" cy="9144000"/>
  <p:embeddedFontLst>
    <p:embeddedFont>
      <p:font typeface="Google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500"/>
    <a:srgbClr val="926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DA563D-B8DF-9DB1-5F06-AC5B1A60AF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2914E-F953-DFBE-D3F9-4725BE96AB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C3AD6-8830-46E7-9779-4F0703F6FFC2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12EF4-C45D-FCB6-E5DC-7FAA799763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CBE43-35E5-E06A-EFA7-DB3EB413C7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29B48-6B3A-493E-8173-6D0398D97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7667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07014906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ad07014906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AA7B0DD-C1EF-90AF-A1F8-EEEECC9D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07014906_2_52:notes">
            <a:extLst>
              <a:ext uri="{FF2B5EF4-FFF2-40B4-BE49-F238E27FC236}">
                <a16:creationId xmlns:a16="http://schemas.microsoft.com/office/drawing/2014/main" id="{8AAC8BE9-B417-1568-4C8E-DAD1F8D3F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ad07014906_2_52:notes">
            <a:extLst>
              <a:ext uri="{FF2B5EF4-FFF2-40B4-BE49-F238E27FC236}">
                <a16:creationId xmlns:a16="http://schemas.microsoft.com/office/drawing/2014/main" id="{A7C08C29-ADE6-6739-66BC-7725BA5001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4218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AD6C447C-81A2-A0DA-34B8-3A3FD503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>
            <a:extLst>
              <a:ext uri="{FF2B5EF4-FFF2-40B4-BE49-F238E27FC236}">
                <a16:creationId xmlns:a16="http://schemas.microsoft.com/office/drawing/2014/main" id="{D0C04112-85B3-E14E-E573-CAEC481CB9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>
            <a:extLst>
              <a:ext uri="{FF2B5EF4-FFF2-40B4-BE49-F238E27FC236}">
                <a16:creationId xmlns:a16="http://schemas.microsoft.com/office/drawing/2014/main" id="{5162701D-7F09-6F19-1B99-A4D862EB3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8697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2CC9E71-EC9F-1AA0-0A3E-7FB8DA73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>
            <a:extLst>
              <a:ext uri="{FF2B5EF4-FFF2-40B4-BE49-F238E27FC236}">
                <a16:creationId xmlns:a16="http://schemas.microsoft.com/office/drawing/2014/main" id="{5AF31D7A-BC79-1DE8-A574-4F9D8EC71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>
            <a:extLst>
              <a:ext uri="{FF2B5EF4-FFF2-40B4-BE49-F238E27FC236}">
                <a16:creationId xmlns:a16="http://schemas.microsoft.com/office/drawing/2014/main" id="{982F4560-071E-295F-3F55-38AE26F88E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335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8781DB20-C642-7B13-D6A6-80E76631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>
            <a:extLst>
              <a:ext uri="{FF2B5EF4-FFF2-40B4-BE49-F238E27FC236}">
                <a16:creationId xmlns:a16="http://schemas.microsoft.com/office/drawing/2014/main" id="{5BAE5E68-427F-C21F-C6D1-E433B4045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>
            <a:extLst>
              <a:ext uri="{FF2B5EF4-FFF2-40B4-BE49-F238E27FC236}">
                <a16:creationId xmlns:a16="http://schemas.microsoft.com/office/drawing/2014/main" id="{0DC67C49-84D4-6433-1CC7-AA57AE9D6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5878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D1668142-A6FD-4AE4-9341-03B118E05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>
            <a:extLst>
              <a:ext uri="{FF2B5EF4-FFF2-40B4-BE49-F238E27FC236}">
                <a16:creationId xmlns:a16="http://schemas.microsoft.com/office/drawing/2014/main" id="{120267F8-1C23-77DB-B10B-41BF640DA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>
            <a:extLst>
              <a:ext uri="{FF2B5EF4-FFF2-40B4-BE49-F238E27FC236}">
                <a16:creationId xmlns:a16="http://schemas.microsoft.com/office/drawing/2014/main" id="{0B932FD8-9E98-2E46-61AF-14C3FE5E3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80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4837BA52-3904-4F10-F60E-EBD2307C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>
            <a:extLst>
              <a:ext uri="{FF2B5EF4-FFF2-40B4-BE49-F238E27FC236}">
                <a16:creationId xmlns:a16="http://schemas.microsoft.com/office/drawing/2014/main" id="{5525BCD0-C27B-61EB-E669-482DE5156E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>
            <a:extLst>
              <a:ext uri="{FF2B5EF4-FFF2-40B4-BE49-F238E27FC236}">
                <a16:creationId xmlns:a16="http://schemas.microsoft.com/office/drawing/2014/main" id="{98593E4F-5E1C-D95E-682B-27BE353A2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2853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7A5973A7-6024-E9ED-D2AB-E71553F9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>
            <a:extLst>
              <a:ext uri="{FF2B5EF4-FFF2-40B4-BE49-F238E27FC236}">
                <a16:creationId xmlns:a16="http://schemas.microsoft.com/office/drawing/2014/main" id="{72C7A598-7852-DC98-0A2B-53BC64240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>
            <a:extLst>
              <a:ext uri="{FF2B5EF4-FFF2-40B4-BE49-F238E27FC236}">
                <a16:creationId xmlns:a16="http://schemas.microsoft.com/office/drawing/2014/main" id="{375398E5-72BB-021B-ED27-384D1B96B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769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5540C680-A990-1DF7-4662-0355A39A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>
            <a:extLst>
              <a:ext uri="{FF2B5EF4-FFF2-40B4-BE49-F238E27FC236}">
                <a16:creationId xmlns:a16="http://schemas.microsoft.com/office/drawing/2014/main" id="{A269FA90-A0E5-B775-F253-FD61BDDD9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>
            <a:extLst>
              <a:ext uri="{FF2B5EF4-FFF2-40B4-BE49-F238E27FC236}">
                <a16:creationId xmlns:a16="http://schemas.microsoft.com/office/drawing/2014/main" id="{BF2B4AA9-9FB2-4BC4-01A5-083401069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185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4912F66C-FC18-A678-7922-B7DC5C9C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>
            <a:extLst>
              <a:ext uri="{FF2B5EF4-FFF2-40B4-BE49-F238E27FC236}">
                <a16:creationId xmlns:a16="http://schemas.microsoft.com/office/drawing/2014/main" id="{E8E56E7A-8835-8E99-8C75-1F44C3B302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>
            <a:extLst>
              <a:ext uri="{FF2B5EF4-FFF2-40B4-BE49-F238E27FC236}">
                <a16:creationId xmlns:a16="http://schemas.microsoft.com/office/drawing/2014/main" id="{97BC2754-3128-35F7-14BB-DC0E4C9B38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8201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FDFDF85B-D7A0-6917-CE87-3F827F77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>
            <a:extLst>
              <a:ext uri="{FF2B5EF4-FFF2-40B4-BE49-F238E27FC236}">
                <a16:creationId xmlns:a16="http://schemas.microsoft.com/office/drawing/2014/main" id="{E87CB6B0-EA40-11B5-529D-F4CC521693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>
            <a:extLst>
              <a:ext uri="{FF2B5EF4-FFF2-40B4-BE49-F238E27FC236}">
                <a16:creationId xmlns:a16="http://schemas.microsoft.com/office/drawing/2014/main" id="{D45801F3-D1D0-A97A-5C61-707AFC998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11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d07014906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ad07014906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/>
        </p:nvSpPr>
        <p:spPr>
          <a:xfrm>
            <a:off x="-101606" y="3949481"/>
            <a:ext cx="9144000" cy="1537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7" name="Google Shape;107;p26" title="Techsprint ban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7750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AE1B-E78D-7199-1ADB-43A624EBDA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4988" y="4663216"/>
            <a:ext cx="629012" cy="480283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</a:t>
            </a:fld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DB095-D591-9BDF-D5AF-F299A9D51638}"/>
              </a:ext>
            </a:extLst>
          </p:cNvPr>
          <p:cNvSpPr/>
          <p:nvPr/>
        </p:nvSpPr>
        <p:spPr>
          <a:xfrm>
            <a:off x="0" y="4205653"/>
            <a:ext cx="91440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SECURE DATA WIPING FOR TRUST WORTHY IT ASSET RECYCLING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913BF-3A57-4F8E-BDB4-F5DB4809D4D6}"/>
              </a:ext>
            </a:extLst>
          </p:cNvPr>
          <p:cNvSpPr/>
          <p:nvPr/>
        </p:nvSpPr>
        <p:spPr>
          <a:xfrm>
            <a:off x="2081574" y="2722477"/>
            <a:ext cx="498085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400" b="1" dirty="0">
                <a:ln/>
                <a:solidFill>
                  <a:schemeClr val="accent4">
                    <a:lumMod val="75000"/>
                  </a:schemeClr>
                </a:solidFill>
              </a:rPr>
              <a:t>CODE DAZZLERS</a:t>
            </a:r>
            <a:endParaRPr lang="en-US" sz="4400" b="1" cap="none" spc="0" dirty="0">
              <a:ln/>
              <a:solidFill>
                <a:schemeClr val="accent4">
                  <a:lumMod val="75000"/>
                </a:schemeClr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ED1E08-F8A6-52FA-4427-83FAD9998F03}"/>
              </a:ext>
            </a:extLst>
          </p:cNvPr>
          <p:cNvSpPr/>
          <p:nvPr/>
        </p:nvSpPr>
        <p:spPr>
          <a:xfrm>
            <a:off x="3411450" y="3513123"/>
            <a:ext cx="21178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PRESENTS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F4459A9A-E6BF-AEE0-9FB6-5CE520839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 title="Techsprint banner.png">
            <a:extLst>
              <a:ext uri="{FF2B5EF4-FFF2-40B4-BE49-F238E27FC236}">
                <a16:creationId xmlns:a16="http://schemas.microsoft.com/office/drawing/2014/main" id="{3105F112-2130-B1CA-8296-B306828E7D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7750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16446-FAF1-6EC9-19FB-9348855E373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4988" y="4663216"/>
            <a:ext cx="629012" cy="480283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588A1-580E-37ED-3265-3CE407425255}"/>
              </a:ext>
            </a:extLst>
          </p:cNvPr>
          <p:cNvSpPr/>
          <p:nvPr/>
        </p:nvSpPr>
        <p:spPr>
          <a:xfrm>
            <a:off x="2081572" y="2728932"/>
            <a:ext cx="498085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400" b="1" dirty="0">
                <a:ln/>
                <a:solidFill>
                  <a:schemeClr val="accent4"/>
                </a:solidFill>
              </a:rPr>
              <a:t>CODE DAZZLERS</a:t>
            </a:r>
            <a:endParaRPr lang="en-US" sz="44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532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159800" y="1164092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1" name="Google Shape;131;p30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F7D1D80B-E9D0-9C56-3EE2-CB0AC6CA3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525" y="250547"/>
            <a:ext cx="2358634" cy="896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40A408-E93E-7E13-A031-2B3922C89A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  <p:sp>
        <p:nvSpPr>
          <p:cNvPr id="3" name="Google Shape;112;p27">
            <a:extLst>
              <a:ext uri="{FF2B5EF4-FFF2-40B4-BE49-F238E27FC236}">
                <a16:creationId xmlns:a16="http://schemas.microsoft.com/office/drawing/2014/main" id="{49AC6C31-A27B-E1A9-E8B7-845900CE624D}"/>
              </a:ext>
            </a:extLst>
          </p:cNvPr>
          <p:cNvSpPr txBox="1"/>
          <p:nvPr/>
        </p:nvSpPr>
        <p:spPr>
          <a:xfrm>
            <a:off x="100500" y="1447292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 and problem st</a:t>
            </a:r>
            <a:r>
              <a:rPr lang="en-GB" sz="18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atement addressing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913EBA63-4204-8273-4E78-14B753E7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>
            <a:extLst>
              <a:ext uri="{FF2B5EF4-FFF2-40B4-BE49-F238E27FC236}">
                <a16:creationId xmlns:a16="http://schemas.microsoft.com/office/drawing/2014/main" id="{41660926-E7F0-1C86-47A3-B665F79EE30D}"/>
              </a:ext>
            </a:extLst>
          </p:cNvPr>
          <p:cNvSpPr txBox="1"/>
          <p:nvPr/>
        </p:nvSpPr>
        <p:spPr>
          <a:xfrm>
            <a:off x="159800" y="1164092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1" name="Google Shape;131;p30" title="Group 2200185.png">
            <a:extLst>
              <a:ext uri="{FF2B5EF4-FFF2-40B4-BE49-F238E27FC236}">
                <a16:creationId xmlns:a16="http://schemas.microsoft.com/office/drawing/2014/main" id="{BAFA401D-5134-DCC7-C3B5-89EB674240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AB409127-8F44-1211-4AFC-984F28FA1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937" y="344185"/>
            <a:ext cx="2112221" cy="802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C0ECFC-ECFC-2ABD-D874-25FD7EBAFF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  <p:sp>
        <p:nvSpPr>
          <p:cNvPr id="3" name="Google Shape;118;p28">
            <a:extLst>
              <a:ext uri="{FF2B5EF4-FFF2-40B4-BE49-F238E27FC236}">
                <a16:creationId xmlns:a16="http://schemas.microsoft.com/office/drawing/2014/main" id="{2DC7E9A9-E5CA-40B1-A2D1-E13B1E9ED62C}"/>
              </a:ext>
            </a:extLst>
          </p:cNvPr>
          <p:cNvSpPr txBox="1"/>
          <p:nvPr/>
        </p:nvSpPr>
        <p:spPr>
          <a:xfrm>
            <a:off x="159800" y="1431809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638653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FD610120-9394-4CF7-D011-52C27B6B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>
            <a:extLst>
              <a:ext uri="{FF2B5EF4-FFF2-40B4-BE49-F238E27FC236}">
                <a16:creationId xmlns:a16="http://schemas.microsoft.com/office/drawing/2014/main" id="{E50AD4BF-3961-9D5B-FEE9-4481710A2A0F}"/>
              </a:ext>
            </a:extLst>
          </p:cNvPr>
          <p:cNvSpPr txBox="1"/>
          <p:nvPr/>
        </p:nvSpPr>
        <p:spPr>
          <a:xfrm>
            <a:off x="159800" y="1164092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1" name="Google Shape;131;p30" title="Group 2200185.png">
            <a:extLst>
              <a:ext uri="{FF2B5EF4-FFF2-40B4-BE49-F238E27FC236}">
                <a16:creationId xmlns:a16="http://schemas.microsoft.com/office/drawing/2014/main" id="{94E87A68-B533-947A-37D2-F01056E0566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57D4EE0D-D1F1-0D84-744D-DAA82C907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937" y="250548"/>
            <a:ext cx="2112221" cy="802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6C76A9-3C6D-03A6-E9EC-85EE555C52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  <p:sp>
        <p:nvSpPr>
          <p:cNvPr id="3" name="Google Shape;124;p29">
            <a:extLst>
              <a:ext uri="{FF2B5EF4-FFF2-40B4-BE49-F238E27FC236}">
                <a16:creationId xmlns:a16="http://schemas.microsoft.com/office/drawing/2014/main" id="{F1ACE0D0-F441-0ED4-1882-FD292F56C719}"/>
              </a:ext>
            </a:extLst>
          </p:cNvPr>
          <p:cNvSpPr txBox="1"/>
          <p:nvPr/>
        </p:nvSpPr>
        <p:spPr>
          <a:xfrm>
            <a:off x="159800" y="1344323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42344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F696162F-B6E6-8387-9B9B-4D4AA97B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>
            <a:extLst>
              <a:ext uri="{FF2B5EF4-FFF2-40B4-BE49-F238E27FC236}">
                <a16:creationId xmlns:a16="http://schemas.microsoft.com/office/drawing/2014/main" id="{5E8168E0-19B0-5C1B-F6B0-67227F2E200E}"/>
              </a:ext>
            </a:extLst>
          </p:cNvPr>
          <p:cNvSpPr txBox="1"/>
          <p:nvPr/>
        </p:nvSpPr>
        <p:spPr>
          <a:xfrm>
            <a:off x="159800" y="1164092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1" name="Google Shape;131;p30" title="Group 2200185.png">
            <a:extLst>
              <a:ext uri="{FF2B5EF4-FFF2-40B4-BE49-F238E27FC236}">
                <a16:creationId xmlns:a16="http://schemas.microsoft.com/office/drawing/2014/main" id="{601F2AD2-8520-569E-2A89-CB16719B45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1A5561E6-8878-25EE-9E74-F0BDBCF65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937" y="250548"/>
            <a:ext cx="2112221" cy="802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F9DD65-A6FE-D512-0C29-612C739778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sp>
        <p:nvSpPr>
          <p:cNvPr id="4" name="Google Shape;130;p30">
            <a:extLst>
              <a:ext uri="{FF2B5EF4-FFF2-40B4-BE49-F238E27FC236}">
                <a16:creationId xmlns:a16="http://schemas.microsoft.com/office/drawing/2014/main" id="{C32AF086-132E-88DE-6308-CBDD22C3A929}"/>
              </a:ext>
            </a:extLst>
          </p:cNvPr>
          <p:cNvSpPr txBox="1"/>
          <p:nvPr/>
        </p:nvSpPr>
        <p:spPr>
          <a:xfrm>
            <a:off x="159800" y="1369022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Google </a:t>
            </a: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sz="12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90462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465798A2-1D84-7EF5-570E-7077FF01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>
            <a:extLst>
              <a:ext uri="{FF2B5EF4-FFF2-40B4-BE49-F238E27FC236}">
                <a16:creationId xmlns:a16="http://schemas.microsoft.com/office/drawing/2014/main" id="{1F53617C-10CC-5ED5-F59F-9FDE2F153BB4}"/>
              </a:ext>
            </a:extLst>
          </p:cNvPr>
          <p:cNvSpPr txBox="1"/>
          <p:nvPr/>
        </p:nvSpPr>
        <p:spPr>
          <a:xfrm>
            <a:off x="159800" y="1164092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1" name="Google Shape;131;p30" title="Group 2200185.png">
            <a:extLst>
              <a:ext uri="{FF2B5EF4-FFF2-40B4-BE49-F238E27FC236}">
                <a16:creationId xmlns:a16="http://schemas.microsoft.com/office/drawing/2014/main" id="{D5A6EE1E-3D34-5CD6-192C-ADB7C34397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CC05B55-2199-7E79-00EB-CF368EAC3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937" y="250548"/>
            <a:ext cx="2112221" cy="802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48BC43-52E4-DEA9-24FC-43B0AB5A0F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sp>
        <p:nvSpPr>
          <p:cNvPr id="4" name="Google Shape;136;p31">
            <a:extLst>
              <a:ext uri="{FF2B5EF4-FFF2-40B4-BE49-F238E27FC236}">
                <a16:creationId xmlns:a16="http://schemas.microsoft.com/office/drawing/2014/main" id="{D68ED957-2F1D-B5C8-481A-D77A457302E2}"/>
              </a:ext>
            </a:extLst>
          </p:cNvPr>
          <p:cNvSpPr txBox="1"/>
          <p:nvPr/>
        </p:nvSpPr>
        <p:spPr>
          <a:xfrm>
            <a:off x="159800" y="1394300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02753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7B9C953E-995D-4FB9-6DAA-C11DAB18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0" title="Group 2200185.png">
            <a:extLst>
              <a:ext uri="{FF2B5EF4-FFF2-40B4-BE49-F238E27FC236}">
                <a16:creationId xmlns:a16="http://schemas.microsoft.com/office/drawing/2014/main" id="{6446C6D2-9B6E-3058-4A00-8505B1B0A5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46E5C57A-C3A4-450F-29FB-96743300E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937" y="344185"/>
            <a:ext cx="2112221" cy="802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76F0FE-F905-8DB9-F408-A22B45B335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sp>
        <p:nvSpPr>
          <p:cNvPr id="4" name="Google Shape;142;p32">
            <a:extLst>
              <a:ext uri="{FF2B5EF4-FFF2-40B4-BE49-F238E27FC236}">
                <a16:creationId xmlns:a16="http://schemas.microsoft.com/office/drawing/2014/main" id="{E4AC3C0F-2618-DF58-CA7D-79C556F77E6D}"/>
              </a:ext>
            </a:extLst>
          </p:cNvPr>
          <p:cNvSpPr txBox="1"/>
          <p:nvPr/>
        </p:nvSpPr>
        <p:spPr>
          <a:xfrm>
            <a:off x="23708" y="142191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25146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48DA174-01FA-B1A9-FE03-87E10A9E1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0" title="Group 2200185.png">
            <a:extLst>
              <a:ext uri="{FF2B5EF4-FFF2-40B4-BE49-F238E27FC236}">
                <a16:creationId xmlns:a16="http://schemas.microsoft.com/office/drawing/2014/main" id="{44D850AE-0A0A-A793-1693-645761CE2DF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D3E4724E-1163-D6BE-6FB7-02FDB6C4C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937" y="344185"/>
            <a:ext cx="2112221" cy="802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C46B86-2139-3C6E-CCC6-B5ED6C688B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  <p:sp>
        <p:nvSpPr>
          <p:cNvPr id="4" name="Google Shape;148;p33">
            <a:extLst>
              <a:ext uri="{FF2B5EF4-FFF2-40B4-BE49-F238E27FC236}">
                <a16:creationId xmlns:a16="http://schemas.microsoft.com/office/drawing/2014/main" id="{BC2912F6-E01F-BAEB-F6E9-9BBE7CE4DC73}"/>
              </a:ext>
            </a:extLst>
          </p:cNvPr>
          <p:cNvSpPr txBox="1"/>
          <p:nvPr/>
        </p:nvSpPr>
        <p:spPr>
          <a:xfrm>
            <a:off x="0" y="1367156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59142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C150EFBF-8742-6267-5B6D-979C3D3F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0" title="Group 2200185.png">
            <a:extLst>
              <a:ext uri="{FF2B5EF4-FFF2-40B4-BE49-F238E27FC236}">
                <a16:creationId xmlns:a16="http://schemas.microsoft.com/office/drawing/2014/main" id="{7A195A6B-80CB-294A-BFEB-B6AA393F77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6DB94F04-F43E-2990-3419-8390CD31C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937" y="344185"/>
            <a:ext cx="2112221" cy="802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F8130-0C2F-C5B2-F8FA-C6187AEE68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  <p:sp>
        <p:nvSpPr>
          <p:cNvPr id="3" name="Google Shape;154;p34">
            <a:extLst>
              <a:ext uri="{FF2B5EF4-FFF2-40B4-BE49-F238E27FC236}">
                <a16:creationId xmlns:a16="http://schemas.microsoft.com/office/drawing/2014/main" id="{9579E65A-4B82-9320-8D26-634B61DE1C9C}"/>
              </a:ext>
            </a:extLst>
          </p:cNvPr>
          <p:cNvSpPr txBox="1"/>
          <p:nvPr/>
        </p:nvSpPr>
        <p:spPr>
          <a:xfrm>
            <a:off x="210450" y="1312424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831274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1BA844AB-5DE6-3A95-A207-665AAFC7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0" title="Group 2200185.png">
            <a:extLst>
              <a:ext uri="{FF2B5EF4-FFF2-40B4-BE49-F238E27FC236}">
                <a16:creationId xmlns:a16="http://schemas.microsoft.com/office/drawing/2014/main" id="{A23785CB-9612-E37A-66CF-813FACC20E0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1AA92271-6742-8B3A-4893-B54743240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525" y="250547"/>
            <a:ext cx="2358634" cy="896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AB688A-1B99-4880-9B59-37B4FC92B0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/>
          </a:p>
        </p:txBody>
      </p:sp>
      <p:sp>
        <p:nvSpPr>
          <p:cNvPr id="3" name="Google Shape;160;p35">
            <a:extLst>
              <a:ext uri="{FF2B5EF4-FFF2-40B4-BE49-F238E27FC236}">
                <a16:creationId xmlns:a16="http://schemas.microsoft.com/office/drawing/2014/main" id="{B2359529-703D-2482-67C3-48F1796F771B}"/>
              </a:ext>
            </a:extLst>
          </p:cNvPr>
          <p:cNvSpPr txBox="1"/>
          <p:nvPr/>
        </p:nvSpPr>
        <p:spPr>
          <a:xfrm>
            <a:off x="127058" y="1292263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130556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4C1A3EA1-F96F-BAA7-0B63-4A9049EB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0" title="Group 2200185.png">
            <a:extLst>
              <a:ext uri="{FF2B5EF4-FFF2-40B4-BE49-F238E27FC236}">
                <a16:creationId xmlns:a16="http://schemas.microsoft.com/office/drawing/2014/main" id="{CB8B5C6D-E8F1-4B28-AAC5-FDFC3B7AC6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12"/>
            <a:ext cx="3949356" cy="98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04D5A1C-4279-579D-7DC3-EE93BA53B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937" y="344185"/>
            <a:ext cx="2112221" cy="8026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5F49ED-53AA-FD0D-2539-88797C6E28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/>
          </a:p>
        </p:txBody>
      </p:sp>
      <p:sp>
        <p:nvSpPr>
          <p:cNvPr id="3" name="Google Shape;166;p36">
            <a:extLst>
              <a:ext uri="{FF2B5EF4-FFF2-40B4-BE49-F238E27FC236}">
                <a16:creationId xmlns:a16="http://schemas.microsoft.com/office/drawing/2014/main" id="{19551C7F-E0CA-9674-B563-3F101854FB23}"/>
              </a:ext>
            </a:extLst>
          </p:cNvPr>
          <p:cNvSpPr txBox="1"/>
          <p:nvPr/>
        </p:nvSpPr>
        <p:spPr>
          <a:xfrm>
            <a:off x="155400" y="1534116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189507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78" name="Google Shape;178;p3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79" name="Google Shape;179;p38" title="tq slide techspri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8"/>
          <p:cNvSpPr txBox="1"/>
          <p:nvPr/>
        </p:nvSpPr>
        <p:spPr>
          <a:xfrm>
            <a:off x="343275" y="3962950"/>
            <a:ext cx="37128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sz="45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27DCF1-7439-A9EE-6EE6-7E836F1400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105</Words>
  <Application>Microsoft Office PowerPoint</Application>
  <PresentationFormat>On-screen Show (16:9)</PresentationFormat>
  <Paragraphs>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 10</dc:creator>
  <cp:lastModifiedBy>PRADYUMNA JENA</cp:lastModifiedBy>
  <cp:revision>5</cp:revision>
  <dcterms:modified xsi:type="dcterms:W3CDTF">2025-12-25T17:37:44Z</dcterms:modified>
</cp:coreProperties>
</file>